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bjtu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8390" y="3399790"/>
            <a:ext cx="190500" cy="190500"/>
          </a:xfrm>
          <a:prstGeom prst="rect">
            <a:avLst/>
          </a:prstGeom>
        </p:spPr>
      </p:pic>
      <p:pic>
        <p:nvPicPr>
          <p:cNvPr id="5" name="图片 4" descr="sustech-logo"/>
          <p:cNvPicPr>
            <a:picLocks noChangeAspect="1"/>
          </p:cNvPicPr>
          <p:nvPr/>
        </p:nvPicPr>
        <p:blipFill>
          <a:blip r:embed="rId2"/>
          <a:srcRect l="20690" t="10638" r="23597" b="13077"/>
          <a:stretch>
            <a:fillRect/>
          </a:stretch>
        </p:blipFill>
        <p:spPr>
          <a:xfrm>
            <a:off x="7411085" y="2645410"/>
            <a:ext cx="1769110" cy="1742440"/>
          </a:xfrm>
          <a:prstGeom prst="rect">
            <a:avLst/>
          </a:prstGeom>
        </p:spPr>
      </p:pic>
      <p:pic>
        <p:nvPicPr>
          <p:cNvPr id="6" name="图片 5" descr="bjtu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5855" y="2645410"/>
            <a:ext cx="1699260" cy="16992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WPS_1601546815</cp:lastModifiedBy>
  <cp:revision>164</cp:revision>
  <dcterms:created xsi:type="dcterms:W3CDTF">2026-04-11T12:26:40Z</dcterms:created>
  <dcterms:modified xsi:type="dcterms:W3CDTF">2026-04-11T12:26:40Z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1612E4861F04B8FFD1C8D96927C65036_41</vt:lpwstr>
  </property>
</Properties>
</file>